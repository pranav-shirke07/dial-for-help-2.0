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Dial For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On-demand home services platform</a:t>
            </a:r>
          </a:p>
          <a:p>
            <a:r>
              <a:t>Pitch Deck (English)</a:t>
            </a:r>
          </a:p>
          <a:p>
            <a:r>
              <a:t>Generated: 2026-03-22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Homeowners struggle to find trusted workers quickly for urgent service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Dial For Help offers booking, worker onboarding, live tracking, subscriptions, and admin operations in one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User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Customer: Search service → Book help → Track status</a:t>
            </a:r>
            <a:br/>
            <a:r>
              <a:t>• Worker: Mandatory subscription → Signup</a:t>
            </a:r>
            <a:br/>
            <a:r>
              <a:t>• Admin: Assign workers, monitor KPIs, reseed demos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Booking + 2 free then ₹99/year user subscription</a:t>
            </a:r>
            <a:br/>
            <a:r>
              <a:t>• Worker ₹199/year mandatory subscription</a:t>
            </a:r>
            <a:br/>
            <a:r>
              <a:t>• Contact + notifications inbox</a:t>
            </a:r>
            <a:br/>
            <a:r>
              <a:t>• Public booking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React app + Vanilla HTML/CSS/JS conversion</a:t>
            </a:r>
            <a:br/>
            <a:r>
              <a:t>Backend: FastAPI + Node.js/Express conversion</a:t>
            </a:r>
            <a:br/>
            <a:r>
              <a:t>Database: MongoDB</a:t>
            </a:r>
            <a:br/>
            <a:r>
              <a:t>Integrations: Razorpay, SendGrid, Fast2SMS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Monthly trend analytics</a:t>
            </a:r>
            <a:br/>
            <a:r>
              <a:t>• Active subscription metrics</a:t>
            </a:r>
            <a:br/>
            <a:r>
              <a:t>• Assignment completion rate</a:t>
            </a:r>
            <a:br/>
            <a:r>
              <a:t>• Demo reset/reseed utilities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Local city expansion by service categories</a:t>
            </a:r>
            <a:br/>
            <a:r>
              <a:t>• Subscription-led recurring revenue</a:t>
            </a:r>
            <a:br/>
            <a:r>
              <a:t>• Partner worker growth via verified onboarding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End-to-end flows implemented</a:t>
            </a:r>
            <a:br/>
            <a:r>
              <a:t>• Demo data seeded for live-like environment</a:t>
            </a:r>
            <a:br/>
            <a:r>
              <a:t>• Converted source stacks ready in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Activate live SMS provider credits</a:t>
            </a:r>
            <a:br/>
            <a:r>
              <a:t>2. Add scheduler for auto-renew reminders</a:t>
            </a:r>
            <a:br/>
            <a:r>
              <a:t>3. Launch city-wise service campaigns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