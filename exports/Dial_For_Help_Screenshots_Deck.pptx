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Dial For Help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Website Screenshots Deck</a:t>
            </a:r>
          </a:p>
          <a:p>
            <a:r>
              <a:t>Generated: 2026-03-22 17:55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Dial For Help</a:t>
            </a:r>
          </a:p>
          <a:p>
            <a:r>
              <a:t>Full-stack service platform walkthrough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